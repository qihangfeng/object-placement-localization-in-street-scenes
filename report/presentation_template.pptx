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89" r:id="rId3"/>
    <p:sldId id="282" r:id="rId4"/>
    <p:sldId id="290" r:id="rId5"/>
    <p:sldId id="275" r:id="rId6"/>
    <p:sldId id="291" r:id="rId7"/>
    <p:sldId id="29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75D38"/>
    <a:srgbClr val="F2F4C1"/>
    <a:srgbClr val="FFDB05"/>
    <a:srgbClr val="00A856"/>
    <a:srgbClr val="007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57"/>
    <p:restoredTop sz="97046"/>
  </p:normalViewPr>
  <p:slideViewPr>
    <p:cSldViewPr snapToGrid="0" snapToObjects="1" showGuides="1">
      <p:cViewPr varScale="1">
        <p:scale>
          <a:sx n="113" d="100"/>
          <a:sy n="113" d="100"/>
        </p:scale>
        <p:origin x="576" y="114"/>
      </p:cViewPr>
      <p:guideLst>
        <p:guide orient="horz" pos="212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A587A-38EB-4614-822E-5EB92258F22F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6D7B1-ACE4-4C69-9C37-FE05AA497FB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0AAA-A4EF-66DA-879F-0D32D809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079C0-5D74-7764-E03F-9569ECA0C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6D22F-9909-256B-FF07-8D857B2EE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ABCBC-06F7-25D4-9EB8-F262226FC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31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1" y="0"/>
            <a:ext cx="9751576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 txBox="1"/>
          <p:nvPr/>
        </p:nvSpPr>
        <p:spPr>
          <a:xfrm>
            <a:off x="98532" y="1870642"/>
            <a:ext cx="9751576" cy="31167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54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Object Placement Localization in Street Scenes:</a:t>
            </a:r>
          </a:p>
          <a:p>
            <a:pPr algn="l"/>
            <a:r>
              <a:rPr lang="en-US" altLang="zh-CN" sz="4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A Candidate Ranking Framework with Support-Surface Constraints</a:t>
            </a:r>
          </a:p>
        </p:txBody>
      </p:sp>
      <p:pic>
        <p:nvPicPr>
          <p:cNvPr id="1026" name="Picture 2" descr="Conne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32" y="6020989"/>
            <a:ext cx="1480457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/>
          <p:nvPr/>
        </p:nvSpPr>
        <p:spPr>
          <a:xfrm>
            <a:off x="409420" y="449459"/>
            <a:ext cx="3147138" cy="56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0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2026 Winter ECE 740 </a:t>
            </a: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Freesentation 2 ExtraLight" pitchFamily="2" charset="-127"/>
                <a:ea typeface="Freesentation 2 ExtraLight" pitchFamily="2" charset="-127"/>
                <a:cs typeface="Times New Roman" panose="02020603050405020304" pitchFamily="18" charset="0"/>
              </a:rPr>
              <a:t>Final Project</a:t>
            </a:r>
          </a:p>
        </p:txBody>
      </p:sp>
      <p:sp>
        <p:nvSpPr>
          <p:cNvPr id="55" name="Subtitle 2"/>
          <p:cNvSpPr txBox="1"/>
          <p:nvPr/>
        </p:nvSpPr>
        <p:spPr>
          <a:xfrm>
            <a:off x="10108591" y="315065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Hongtao</a:t>
            </a:r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Ren</a:t>
            </a:r>
          </a:p>
        </p:txBody>
      </p:sp>
      <p:sp>
        <p:nvSpPr>
          <p:cNvPr id="56" name="Subtitle 2"/>
          <p:cNvSpPr txBox="1"/>
          <p:nvPr/>
        </p:nvSpPr>
        <p:spPr>
          <a:xfrm>
            <a:off x="10108591" y="4512988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Qihang</a:t>
            </a:r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Feng </a:t>
            </a:r>
            <a:endParaRPr lang="en-US" altLang="zh-CN" sz="160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028615" y="2213447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zchai3@ualberta.ca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28615" y="3624914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hren7@ualberta.ca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28615" y="4963393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qfeng5@ualberta.ca</a:t>
            </a:r>
          </a:p>
        </p:txBody>
      </p:sp>
      <p:sp>
        <p:nvSpPr>
          <p:cNvPr id="60" name="Subtitle 2"/>
          <p:cNvSpPr txBox="1"/>
          <p:nvPr/>
        </p:nvSpPr>
        <p:spPr>
          <a:xfrm>
            <a:off x="10108591" y="176139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Zixi Chai</a:t>
            </a:r>
          </a:p>
        </p:txBody>
      </p:sp>
      <p:sp>
        <p:nvSpPr>
          <p:cNvPr id="62" name="Subtitle 2"/>
          <p:cNvSpPr txBox="1"/>
          <p:nvPr/>
        </p:nvSpPr>
        <p:spPr>
          <a:xfrm>
            <a:off x="10108591" y="643601"/>
            <a:ext cx="1712208" cy="404813"/>
          </a:xfrm>
          <a:prstGeom prst="roundRect">
            <a:avLst>
              <a:gd name="adj" fmla="val 18926"/>
            </a:avLst>
          </a:prstGeom>
          <a:solidFill>
            <a:srgbClr val="275D38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1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Background and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Title</a:t>
            </a:r>
            <a:endParaRPr lang="en-US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963C8F-2BCE-23C4-C961-4EEBA0D12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2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Title</a:t>
            </a:r>
            <a:endParaRPr lang="en-US" sz="240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B74FB28-4958-F664-3898-67B0C3F2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3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2829" y="2613392"/>
            <a:ext cx="96991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Experiments, Evaluation and Conclusion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258E5-A57C-6D53-E43E-2214A0A11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7753D5-9037-A0B1-AB5B-3296C0BFB251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Title</a:t>
            </a:r>
            <a:endParaRPr lang="en-US" sz="240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92F8253-2219-8E45-449D-143FFAC8A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16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39" y="2690284"/>
            <a:ext cx="5988922" cy="1477432"/>
          </a:xfrm>
        </p:spPr>
        <p:txBody>
          <a:bodyPr>
            <a:noAutofit/>
          </a:bodyPr>
          <a:lstStyle/>
          <a:p>
            <a:pPr algn="ctr"/>
            <a:r>
              <a:rPr lang="en-US" sz="80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</TotalTime>
  <Words>68</Words>
  <Application>Microsoft Office PowerPoint</Application>
  <PresentationFormat>Widescreen</PresentationFormat>
  <Paragraphs>24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Freesentation 2 ExtraLight</vt:lpstr>
      <vt:lpstr>Freesentation 4 Regular</vt:lpstr>
      <vt:lpstr>Freesentation 8 ExtraBold</vt:lpstr>
      <vt:lpstr>Freesentation 9 Black</vt:lpstr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Qihang Feng</cp:lastModifiedBy>
  <cp:revision>139</cp:revision>
  <dcterms:created xsi:type="dcterms:W3CDTF">2013-01-27T09:14:00Z</dcterms:created>
  <dcterms:modified xsi:type="dcterms:W3CDTF">2026-03-16T16:02:31Z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AAB3135A7CCB48A78B1F72CC2F3F2F54_12</vt:lpwstr>
  </property>
  <property fmtid="{D5CDD505-2E9C-101B-9397-08002B2CF9AE}" pid="3" name="KSOProductBuildVer">
    <vt:lpwstr>2052-12.1.0.24657</vt:lpwstr>
  </property>
</Properties>
</file>